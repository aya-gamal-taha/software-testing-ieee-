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2" r:id="rId5"/>
    <p:sldId id="261" r:id="rId6"/>
    <p:sldId id="260" r:id="rId7"/>
    <p:sldId id="259" r:id="rId8"/>
    <p:sldId id="258" r:id="rId9"/>
    <p:sldId id="257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67" r:id="rId18"/>
    <p:sldId id="268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shot 2025-11-14 2000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3830" y="0"/>
            <a:ext cx="1264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1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2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2025-11-14 200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6060"/>
            <a:ext cx="12192000" cy="6631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3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3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759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3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4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4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22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5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622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5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5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6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7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5-11-14 2008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Aya Gamal</cp:lastModifiedBy>
  <cp:revision>3</cp:revision>
  <dcterms:created xsi:type="dcterms:W3CDTF">2025-07-23T00:59:00Z</dcterms:created>
  <dcterms:modified xsi:type="dcterms:W3CDTF">2025-11-14T18:31:24Z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AFAE51A674894EEA80E2382A90ABA599_11</vt:lpwstr>
  </property>
  <property fmtid="{D5CDD505-2E9C-101B-9397-08002B2CF9AE}" pid="3" name="KSOProductBuildVer">
    <vt:lpwstr>1033-12.2.0.23131</vt:lpwstr>
  </property>
</Properties>
</file>